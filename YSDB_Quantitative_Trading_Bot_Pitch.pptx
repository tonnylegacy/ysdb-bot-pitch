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0D111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EXECUTIVE PROPOSAL  |  PREPARED BY TECH SUPPORT &amp; QUANT SYSTEMS</a:t>
            </a:r>
          </a:p>
          <a:p>
            <a:pPr>
              <a:spcBef>
                <a:spcPts val="800"/>
              </a:spcBef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Autonomous YSDB Trading Bot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Evolving YSDB From Manual Signal Churn to a Scalable $500/Month Algorithmic SaaS ('YSDB In Your Pocket')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Presenter Perspective: Frontline Tech Support solving client latency, missed trades, and support tickets.</a:t>
            </a:r>
          </a:p>
          <a:p>
            <a:pPr>
              <a:spcBef>
                <a:spcPts val="600"/>
              </a:spcBef>
              <a:defRPr sz="1300">
                <a:solidFill>
                  <a:srgbClr val="38BDF8"/>
                </a:solidFill>
                <a:latin typeface="Arial"/>
              </a:defRPr>
            </a:pPr>
            <a:r>
              <a:t>• 100% Real MT5 Data (ALL 2026: Q1+Q2+Q3): 100-150p Dynamic SL on Gold vs 220p Inner Circle SL.</a:t>
            </a:r>
          </a:p>
          <a:p>
            <a:pPr>
              <a:spcBef>
                <a:spcPts val="600"/>
              </a:spcBef>
              <a:defRPr sz="1300">
                <a:solidFill>
                  <a:srgbClr val="10B981"/>
                </a:solidFill>
                <a:latin typeface="Arial"/>
              </a:defRPr>
            </a:pPr>
            <a:r>
              <a:t>• Commercial Scaling: $500/mo × 200 clients = $1,200,000 ARR + $10k-$30k/mo Broker Rebates.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LEGSTECH × YSDB  |  FRONTLINE TECH SUPPORT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Why Subscribers Churn: The Three Ceilings of Manual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As YSDB Tech Support, I see the friction our paying customers face every single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4389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747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THE HUMAN LATENCY CEILING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Missed Trades &amp; Slippage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Subscribers sleep through London open alerts (08:00 UTC) or work during NY.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A 30-second delay on Gold costs 10 to 20 pips of entry slippage.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Human hesitation: Fear of entering after a loss sabotages win consistency.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When users miss 2 wins and take 1 loss, they blame YSDB and cancel.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474720" cy="4389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4747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THE COPY-TRADING FAILURE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Bridge Delays &amp; Disconnects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Client MT5 bridges regularly desync during volatile Gold economic releases.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Lot-size rounding issues on small accounts cause margin-stop rejections.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Regulatory risk: PAMM/copy pools face strict asset management scrutiny.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Selling client-side EA software (SaaS) is 100% legally clean.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920240"/>
            <a:ext cx="3474720" cy="4389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92024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THE AUTONOMOUS BOT SOLUTION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'YSDB In Your Pocket'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0 ms Execution: Fires at the exact tick an M30 candle closes.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Local EA execution on client MT5 terminal: Zero bridge latency.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Double-Positioning: Locks +50 pips cash while trailing open runners.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$500/month recurring software subscription: High-retention ARR.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LEGSTECH × YSDB  |  ALGORITHMIC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The DB Strategy: What We Built &amp; How It Executes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Translating YSDB's Daily Bias &amp; Session Continuation model into institutional C++ MQL5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606040" cy="137160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Step 1: D1 Bias Filter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Determines daily institutional direction from previous D1 candle close.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606040" cy="137160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574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Step 2: Session Window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Restricts execution strictly to 08:00 &amp; 20:00 UTC (London/NY overlap).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606040" cy="137160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574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Step 3: M30 Trigger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Requires confirmed candle close in bias direction within 5-min freshness.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20240"/>
            <a:ext cx="2606040" cy="137160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0574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Step 4: Swing SL Anchor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Anchors SL behind 30M fractal pivot + buffer (averaging 100-150 pips).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257800" cy="2834640"/>
          </a:xfrm>
          <a:prstGeom prst="roundRect">
            <a:avLst/>
          </a:prstGeom>
          <a:solidFill>
            <a:srgbClr val="0D111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4892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WHAT THE ENGINE SOLVES DETERMINISTICALLY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✓ Microsecond Execution: Fires at exact candle close without manual hesitation.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✓ Dynamic Pullback Reset: Mandates M15 counter-trend pullback before continuation.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✓ Dynamic Risk Sizing: Calculates risk % based on live equity balance.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✓ Single-Chart Mutex: Prevents accidental duplicate fills or overleveraging.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474720"/>
            <a:ext cx="5285232" cy="2834640"/>
          </a:xfrm>
          <a:prstGeom prst="roundRect">
            <a:avLst/>
          </a:prstGeom>
          <a:solidFill>
            <a:srgbClr val="0D111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611880"/>
            <a:ext cx="49194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THE DISCRETIONARY NUANCE WE ARE UNITING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⚠ Macro News Pauses: Incorporating news blackout windows around CPI/NFP.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⚠ Key HTF Liquidity Levels: Identifying major daily/weekly supply &amp; demand zones.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⚠ Our Partnership Goal: Combine LEGsTECH C++ code with your master trading instincts to create YSDB's flagship proprietary algorithm.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LEGSTECH × YSDB  |  EMPIRICAL MT5 BACKTEST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Real Data Transparency: ALL 2026 (Q1 + Q2 + Q3 YTD)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We will not lie to your face. Here is the exact performance across all quarters of 2026 on Gold.</a:t>
            </a:r>
          </a:p>
        </p:txBody>
      </p:sp>
      <p:pic>
        <p:nvPicPr>
          <p:cNvPr id="6" name="Picture 5" descr="chart_backte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20240"/>
            <a:ext cx="5788152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4754880" cy="4389120"/>
          </a:xfrm>
          <a:prstGeom prst="roundRect">
            <a:avLst/>
          </a:prstGeom>
          <a:solidFill>
            <a:srgbClr val="0D111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REAL MT5 DATA AUDIT: ALL 2026 COMBINED</a:t>
            </a:r>
          </a:p>
          <a:p>
            <a:pPr>
              <a:spcBef>
                <a:spcPts val="600"/>
              </a:spcBef>
              <a:defRPr sz="1050" b="1">
                <a:solidFill>
                  <a:srgbClr val="EF4444"/>
                </a:solidFill>
                <a:latin typeface="Arial"/>
              </a:defRPr>
            </a:pPr>
            <a:r>
              <a:t>1. Fixed London/NY (All 2026 Combined)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3,128 Trades | Win Rate: 71.48% (2,236 Wins!)</a:t>
            </a:r>
            <a:br/>
            <a:r>
              <a:t>• Net Profit: -$37,220.87 | Profit Factor: 0.91</a:t>
            </a:r>
            <a:br/>
            <a:r>
              <a:t>• Proof: 71.5% win rate STILL loses if R:R is inverted!</a:t>
            </a:r>
          </a:p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  <a:latin typeface="Arial"/>
              </a:defRPr>
            </a:pPr>
            <a:r>
              <a:t>2. DB Scalp Engine (All 2026 Combined)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364 Trades | Win Rate: 75.27% (274 Wins / 90 Losses)</a:t>
            </a:r>
            <a:br/>
            <a:r>
              <a:t>• Net Profit: +$154,377.31 | Profit Factor: 1.22</a:t>
            </a:r>
            <a:br/>
            <a:r>
              <a:t>• Avg SL: 99.0 pips | Avg TP: 41.4 pips (Session Locked)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Arial"/>
              </a:defRPr>
            </a:pPr>
            <a:r>
              <a:t>3. DB Swing Engine (All 2026 Combined)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188 Trades | Win Rate: 46.81% (88 Wins / 100 Losses)</a:t>
            </a:r>
            <a:br/>
            <a:r>
              <a:t>• Net Profit: +$576,495.39 | Profit Factor: 1.25</a:t>
            </a:r>
            <a:br/>
            <a:r>
              <a:t>• Avg SL: 150.0 pips | Avg TP: 235.3 pips (Huge Macro Alpha)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Empirical Lesson for Leadership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A 71.5% win rate loses $37k on fixed stops, while our Double Position models bank +$154k to +$576k with real swing SLs!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LEGSTECH × YSDB  |  RISK MATH &amp; EXPECTANCY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The 220-Pip Stop Loss Trap: Why Manual Signals Bleed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Deconstructing the fatal 1:4.4 negative risk-to-reward ratio and how our bot creates true asymmetry.</a:t>
            </a:r>
          </a:p>
        </p:txBody>
      </p:sp>
      <p:pic>
        <p:nvPicPr>
          <p:cNvPr id="6" name="Picture 5" descr="chart_risk_reward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20240"/>
            <a:ext cx="5788152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4754880" cy="4389120"/>
          </a:xfrm>
          <a:prstGeom prst="roundRect">
            <a:avLst/>
          </a:prstGeom>
          <a:solidFill>
            <a:srgbClr val="0D111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Arial"/>
              </a:defRPr>
            </a:pPr>
            <a:r>
              <a:t>THE MATHEMATICS OF INNER CIRCLE ALERTS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The Current Manual Reality: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Inner circle signals use a 50-pip TP with a 200–220 pip safety stop. This is a 1:4.4 inverted Risk-to-Reward ratio.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Arial"/>
              </a:defRPr>
            </a:pPr>
            <a:r>
              <a:t>The Mathematical Breakeven Equation: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Breakeven Win Rate = 220 / (50 + 220) = 81.48%. Factoring in Gold retail slippage, subscribers need &gt;88% win rate just to break even!</a:t>
            </a:r>
          </a:p>
          <a:p>
            <a:pPr>
              <a:spcBef>
                <a:spcPts val="600"/>
              </a:spcBef>
              <a:defRPr sz="1050" b="1">
                <a:solidFill>
                  <a:srgbClr val="EF4444"/>
                </a:solidFill>
                <a:latin typeface="Arial"/>
              </a:defRPr>
            </a:pPr>
            <a:r>
              <a:t>The Brutal Asymmetry: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A single 220-pip loss erases 4.4 consecutive winning trades. A 3-trade losing streak wipes out 660 pips, demanding 14 straight wins just to recover.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Arial"/>
              </a:defRPr>
            </a:pPr>
            <a:r>
              <a:t>The Bot Solution: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Dynamic Swing SL (100–150 pips on Gold) paired with Double Positioning: Order 1 locks +50p cash, Order 2 trails +235p runner!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LEGSTECH × YSDB  |  EXECUTION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Double Positioning: High Win Rate Cash + Asymmetrical Runners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Splitting execution into two synchronized tickets eliminates the conflict between scalping and running.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4389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747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B82F6"/>
                </a:solidFill>
                <a:latin typeface="Arial"/>
              </a:defRPr>
            </a:pPr>
            <a:r>
              <a:t>ORDER 1: THE BANK (50 PIPS)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Hard Take Profit at +50 pips ($5.00 move on Gold).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Empirical Backtest Win Rate: 75.27% across all of 2026.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Locks cash into account equity instantly.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Delivers the frequent dopamine wins subscribers crave.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474720" cy="4389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47472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UNIVERSAL BREAK-EVEN SHIELD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Triggered the exact microsecond Order 1 hits +50 pips.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Order 2 Stop Loss snaps to Entry + 2 pips lock.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The entire trade becomes 100% RISK-FREE.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Eliminates the anxiety of holding through deep pullbacks.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920240"/>
            <a:ext cx="3474720" cy="4389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920240"/>
            <a:ext cx="347472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BBF24"/>
                </a:solidFill>
                <a:latin typeface="Arial"/>
              </a:defRPr>
            </a:pPr>
            <a:r>
              <a:t>ORDER 2: THE RUNNER (TRAILING)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Zero Take Profit ceiling—open-ended trend capture.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Dynamic Trailing Stop activates (70p trigger, 60p dist, 10p step).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Backtests show an average win distance of 235.3 pips ($23.53).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Generates the outsized +$576k net gains that build massive alpha.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LEGSTECH × YSDB  |  COMMERCIAL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The Business Model: 'YSDB In Your Pocket' ($500/Month SaaS)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Transforming signal subscribers into loyal, high-paying recurring software clients with 24/7 automated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57800" cy="2103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1. HIGH SUBSCRIPTION VALUE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$500 / Month Recurring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Inner Circle subscribers see ~30 trades/week. A bot that executes those trades flawlessly without missing an entry easily commands $500/mo.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57800" cy="2103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2. SOLVING CLIENT FRICTION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Zero Missed Setups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No more 'I was at work', 'I was asleep', or 'I forgot to move SL to BE'. The bot runs locally on MT5 with microsecond precision.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57800" cy="2103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3. STICKY CLIENT RETENTION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High Churn Protection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Manual signal clients cancel after missing 2 wins and catching 1 loss. Bot clients see the true aggregate statistical edge, boosting retention.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206240"/>
            <a:ext cx="5257800" cy="2103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3434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4. AUTOMATED SIGNAL FEED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Zero Analyst Burnout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The bot can simultaneously broadcast verified entry and exit telemetry to VIP Telegram/Discord channels without human intervention.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LEGSTECH × YSDB  |  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SaaS Scalability: From $25,000/Mo to $3,000,000 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High gross margins (&gt;90%), zero marginal server cost per subscriber, and massive broker rebate synergy.</a:t>
            </a:r>
          </a:p>
        </p:txBody>
      </p:sp>
      <p:pic>
        <p:nvPicPr>
          <p:cNvPr id="6" name="Picture 5" descr="chart_revenue_pro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20240"/>
            <a:ext cx="5788152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4754880" cy="4389120"/>
          </a:xfrm>
          <a:prstGeom prst="roundRect">
            <a:avLst/>
          </a:prstGeom>
          <a:solidFill>
            <a:srgbClr val="0D111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RECURRING REVENUE MILESTONES ($500/MO)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Phase 1: 50 VIP Subscribers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Monthly Revenue: $25,000 / month</a:t>
            </a:r>
            <a:br/>
            <a:r>
              <a:t>• Annualized Run-Rate: $300,000 ARR</a:t>
            </a:r>
            <a:br/>
            <a:r>
              <a:t>• Target: Converting top 10% of active Inner Circle members.</a:t>
            </a:r>
          </a:p>
          <a:p>
            <a:pPr>
              <a:spcBef>
                <a:spcPts val="600"/>
              </a:spcBef>
              <a:defRPr sz="1050" b="1">
                <a:solidFill>
                  <a:srgbClr val="3B82F6"/>
                </a:solidFill>
                <a:latin typeface="Arial"/>
              </a:defRPr>
            </a:pPr>
            <a:r>
              <a:t>Phase 2: 200 Subscribers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Monthly Revenue: $100,000 / month</a:t>
            </a:r>
            <a:br/>
            <a:r>
              <a:t>• Annualized Run-Rate: $1,200,000 ARR</a:t>
            </a:r>
            <a:br/>
            <a:r>
              <a:t>• Target: Rollout to broader YSDB database &amp; prop traders.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Arial"/>
              </a:defRPr>
            </a:pPr>
            <a:r>
              <a:t>Phase 3: 500 Subscribers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Monthly Revenue: $250,000 / month</a:t>
            </a:r>
            <a:br/>
            <a:r>
              <a:t>• Annualized Run-Rate: $3,000,000 ARR</a:t>
            </a:r>
            <a:br/>
            <a:r>
              <a:t>• Target: Global marketing &amp; funded account challenges.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Arial"/>
              </a:defRPr>
            </a:pPr>
            <a:r>
              <a:t>Bonus Revenue: Broker Volume Rebates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30 trades/wk across 200 accounts generating 0.1 to 1.0 lot each yields an extra $10k-$30k/month in passive broker commission kickbacks!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LEGSTECH × YSDB  |  OPERATIONAL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24/7 Automated Webhooks: Eliminating Analyst Fatigue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bot can trade directly on MT5 AND simultaneously broadcast verified signals to your VIP communities.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4389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747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CURRENT MANUAL WORKFLOW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Analyst Burnout &amp; Delays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Analyst stares at charts 14 hours a day across Asian, London, and NY sessions.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Fat-finger typing errors: Wrong SL prices, transposed digits cause fury.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Psychological exhaustion leads to revenge trading or skipped valid setups.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Late-night alerts arrive when subscribers are asleep.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474720" cy="4389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4747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AUTONOMOUS BOT WORKFLOW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Sub-Second Webhooks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Server scans ticks 24/7 with zero fatigue, caffeine, or emotion.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Sub-second dispatch: Formatted signal posts to VIP channel within 50 ms.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Formatted professionally with entry, SL, TP, and calculated risk %.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Automatic follow-ups: 'Order 1 TP Hit (+50p)! SL Moved to Break-Even!'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920240"/>
            <a:ext cx="3474720" cy="4389120"/>
          </a:xfrm>
          <a:prstGeom prst="roundRect">
            <a:avLst/>
          </a:prstGeom>
          <a:solidFill>
            <a:srgbClr val="0D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92024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DUAL-TIER COMMERCIAL POWER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Serving Every Segment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Tier 1 ($100/mo): Signals-Only for manual traders (Marketing Funnel).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Tier 2 ($500/mo): Autonomous Bot ('YSDB In Your Pocket').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10x higher revenue per customer without hiring additional analysts.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Positions YSDB as an institutional FinTech software leader.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LEGSTECH × YSDB  |  PARTNERSHIP &amp;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The Proposal to Leadership: Uniting Code with Your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We have built the institutional engine. Today, we invite your leadership to calibrate the final 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0D111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WHAT WE NEED FROM LEADERSHIP TODAY: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1. Discretionary Edge Codification: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You know the subtleties of YSDB signals better than anyone. Are there specific time-of-day pauses, high-impact news embargoes, or liquidity sweep confirmations you look for manually? Let us code them directly into the EA.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2. Approval for Phase 1 Forward Demo Testing: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Deploy the bot on a dedicated Paris/London AWS VPS running multi-broker forward tests (HFM, Exness, FTMO) to log live execution latency and slip-free performance.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3. Closed VIP Beta Test (10 High-Value Clients):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Offer 10 trusted inner circle members free automated bot execution for 30 days in exchange for testimonials and case studies.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  <a:latin typeface="Arial"/>
              </a:defRPr>
            </a:pPr>
            <a:r>
              <a:t>4. Commercial Launch Target: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Roll out the $500/month 'YSDB In Your Pocket' subscription to the broader public database within 45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